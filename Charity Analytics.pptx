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9776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5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40 ANALYST HOURS GO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Targeting the team's weekly capacity where analytical work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actually changes outcomes.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846320"/>
            <a:ext cx="54864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Talay Kamali · Analytics Skills Challenge · May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sources: ACNC AIS 2020 · ACNC Charity Register (data.gov.au)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Analyst hours aren't dollars.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50292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73152" cy="32918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2651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FRAMING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"Which charities need the most help?"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93192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every form of help as interchangeable. A donation, a delivery shift, and a regression model all become the same input. The answer collapses to: the biggest gap.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2377440"/>
            <a:ext cx="5029200" cy="329184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2377440"/>
            <a:ext cx="73152" cy="3291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2651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CE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FRAMING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30175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"Where does 40 hrs/week of analytics actually move outcomes?"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75120" y="420624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analyst time as a specific resource matched to charities where analytical capacity is the bottleneck — not generic need.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Talay Kamali  ·  Charity Analytics Challenge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SNAPSHOT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22,506 eligible charities. Small, volunteer-driven, fragmented.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22,506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charities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1828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861K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47472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1828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$3.9B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21792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revenue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0" y="18288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961120" y="2697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as Small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73152" cy="2377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4747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84048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Three-quarters of registered charities are Small, run by volunteers, and operate without in-house analytical capacity.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median paid FTE is near zero. Their median volunteer count is 10. The gap between mission and measurement is exactly the gap analyst hours can fill — not money, not labor.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ACNC AIS 2020 + Charity Register, filtered to active, registered, revenue-positive, non-religion-only, Small/Medium charities.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pillars, weighted by intent.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charity scored 0–100 on each pillar. Composite is a weighted sum reflecting the team's intent.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606040" cy="29260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2606040" cy="73152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count, leverage ratio, geographic spread, beneficiary count.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2377440"/>
            <a:ext cx="2606040" cy="29260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0" y="2377440"/>
            <a:ext cx="2606040" cy="73152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25603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749040" y="3200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356616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toward acute need: homelessness, disability, Aboriginal/TSI, disaster victims.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377440"/>
            <a:ext cx="2606040" cy="29260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2377440"/>
            <a:ext cx="2606040" cy="73152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25603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92240" y="3200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356616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net assets, low admin ratio, years of operation.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61120" y="2377440"/>
            <a:ext cx="2606040" cy="29260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961120" y="2377440"/>
            <a:ext cx="2606040" cy="73152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35440" y="25603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235440" y="32004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GAP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35440" y="3566160"/>
            <a:ext cx="2057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Small/Medium size, low paid FTE, has a website. Where analyst hours actually fit.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pool: active, registered, revenue &gt; 0, Small or Medium, non-religion-only. 22,506 charities scored.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check: switching to equal weighting retains 8 of the top 10. Ranking is robust to weighting choice.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for modeling. Tableau for the story.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521208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73152" cy="365760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33832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AIS 2020 + Charity Register on ABN (44,843 matches), engineered 4 pillar features, scored 22,506 eligible charities, sensitivity-tested weights, exported to CSV.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21208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73152" cy="365760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8368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fields, parameters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3832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dashboards: sector context, the ranked shortlist with pillar breakdown, and a parameter-driven profile drill-down.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Alteryx scoping note: the same pipeline maps cleanly — Input → Join (ABN) → Formula tools per pillar → Score → Filter Top 10 → Output. Tableau and Python were chosen to demonstrate code-level reproducibility.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Sector Snapshot</a:t>
            </a:r>
            <a:endParaRPr lang="en-US" sz="2600" dirty="0"/>
          </a:p>
        </p:txBody>
      </p:sp>
      <p:pic>
        <p:nvPicPr>
          <p:cNvPr id="4" name="Image 0" descr="/home/claude/dash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554480"/>
            <a:ext cx="1069848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Tableau Public →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Shortlist</a:t>
            </a:r>
            <a:endParaRPr lang="en-US" sz="2600" dirty="0"/>
          </a:p>
        </p:txBody>
      </p:sp>
      <p:pic>
        <p:nvPicPr>
          <p:cNvPr id="4" name="Image 0" descr="/home/claude/dash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554480"/>
            <a:ext cx="1069848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Tableau Public →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 should contact these ten.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37160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0" y="1783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0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SCORE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698480" cy="1828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10698480" cy="411480"/>
          </a:xfrm>
          <a:prstGeom prst="rect">
            <a:avLst/>
          </a:prstGeom>
          <a:solidFill>
            <a:srgbClr val="FFF7E5"/>
          </a:solidFill>
          <a:ln w="12700">
            <a:solidFill>
              <a:srgbClr val="FFF7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Queensland &amp; Northern NSW Lions Medical Research Foundation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63840" y="2240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651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&amp; New Zealand Burn Association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63840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87.9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063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Nobbys Surf Life Saving Club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0" y="3063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Australia Beautiful (VIC)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0" y="3474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886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3886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Surfers Association of Australia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63840" y="3886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NSW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0" y="3886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" y="42976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for Children and the Aged (ACATA)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863840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0" y="4297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" y="4709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371600" y="4709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Knit4Charities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63840" y="4709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1520" y="5120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71600" y="5120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of Living Foundation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863840" y="5120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NSW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144000" y="5120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1520" y="5532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371600" y="5532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Warriewood Beach Surf Life Saving Club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863840" y="5532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NSW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144000" y="5532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82.9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31520" y="5943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37160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Churches of Christ Community Care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863840" y="5943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144000" y="5943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82.3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of 22,506 eligible charities. Score range 82.3–96.8. Composite fit score on 0–100 scale.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#1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Queensland &amp; Northern NSW Lions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Research Foundation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QLD · Small · 45 years operating · Fit Score 96.8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73152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56032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SCORE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0" y="32918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volunteers, multi-state reach, 23 beneficiary groups served.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926080"/>
            <a:ext cx="73152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96.6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046720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SCORE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32918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org with near-zero paid FTE — exactly where analyst hours close a real gap.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617720"/>
            <a:ext cx="73152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4617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89.9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560320" y="4663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LEGITIMACY SCORE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4983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net assets, 45 years of continuous operation, transparent financials.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4617720"/>
            <a:ext cx="73152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46520" y="4617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$156K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046720" y="4663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0" y="4983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Resource-constrained but operationally solid — leverage point, not lost cause.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Read-out: the only top-10 charity to score in the top decile on all four pillars.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40 HOURS LOOKS LIKE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shortlist is the who. Here's the what.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top-10 charity gets analytical work matched to what their data shows they do — not generic spreadsheets, not pro-bono "help."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Research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ROI dashboard, donor cohort retention 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2377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Burns Association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26974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outcome tracking, peer-benchmark visualization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 Life Saving Clubs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Volunteer-hour productivity, incident heatmaps by beach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33375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(Keep Australia Beautiful)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3657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Site-prioritization model, campaign reach attribution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Surfers Association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46177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journey analytics, event ROI per region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42976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&amp; Children Charities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46177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Service-gap mapping, demand forecasting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257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Knit4Charities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577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matching, output-distribution optimization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5257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/ Foundations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5577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attendance funnels, retention cohort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deliverable is reproducible from the AIS data feed. No new data collection required to start.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TRADEOFFS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model doesn't see.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73152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2194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5603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 figures are submitted by charities themselves. Verification depends on ACNC audit cycles, not real-time checks.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73152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financials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AIS dataset is from 2020. A handful of top-10 charities may have changed substantially since then; first contact will confirm current state.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73152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5840" y="4206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weighting is editorial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5720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Acute-need weighting reflects judgment, not data. Sensitivity check shows 8 of 10 stay top-ranked under equal weighting.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5212080"/>
            <a:ext cx="73152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5212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qualitative signal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55778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doesn't measure leadership, culture, or willingness to accept external help. Step 2 of contact must surface this.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step: outreach to top 10, scoped pilot with the #1, then expand based on engagement.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5C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CE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698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the top 10. Start with Queensland &amp; Northern NSW Lions Medical Research Foundation.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5120640"/>
            <a:ext cx="54864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Talay Kamali  ·  May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github.com/talaygh  ·  Dashboard: published to Tableau Public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1045</Words>
  <Application>Microsoft Macintosh PowerPoint</Application>
  <PresentationFormat>Widescreen</PresentationFormat>
  <Paragraphs>172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Charity Analytics Challenge</dc:title>
  <dc:subject>PptxGenJS Presentation</dc:subject>
  <dc:creator>Talay Kamali</dc:creator>
  <cp:lastModifiedBy>Talay K</cp:lastModifiedBy>
  <cp:revision>2</cp:revision>
  <dcterms:created xsi:type="dcterms:W3CDTF">2026-05-22T01:57:20Z</dcterms:created>
  <dcterms:modified xsi:type="dcterms:W3CDTF">2026-05-22T02:19:25Z</dcterms:modified>
</cp:coreProperties>
</file>